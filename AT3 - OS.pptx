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consolata" panose="020F0502020204030204" pitchFamily="2" charset="0"/>
      <p:regular r:id="rId13"/>
    </p:embeddedFont>
    <p:embeddedFont>
      <p:font typeface="Inconsolata Bold" panose="020F0502020204030204" pitchFamily="2" charset="0"/>
      <p:regular r:id="rId14"/>
    </p:embeddedFont>
    <p:embeddedFont>
      <p:font typeface="Inconsolata SemiBold" panose="020F0502020204030204" pitchFamily="2" charset="0"/>
      <p:regular r:id="rId15"/>
    </p:embeddedFont>
    <p:embeddedFont>
      <p:font typeface="Montserrat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752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get-started/docker-concepts/the-basics/what-is-a-container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zure.microsoft.com/en-us/resources/cloud-computing-dictionary/what-is-cloud-computing/" TargetMode="External"/><Relationship Id="rId5" Type="http://schemas.openxmlformats.org/officeDocument/2006/relationships/hyperlink" Target="https://man7.org/linux/man-pages/man7/namespaces.7.html" TargetMode="External"/><Relationship Id="rId4" Type="http://schemas.openxmlformats.org/officeDocument/2006/relationships/hyperlink" Target="https://docs.kernel.org/admin-guide/cgroup-v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048" y="1585326"/>
            <a:ext cx="10972526" cy="2127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0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Operating Systems</a:t>
            </a:r>
            <a:endParaRPr lang="en-US" sz="5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and OS-Level Virtualization 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21353" y="4751305"/>
            <a:ext cx="10972526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Course: Operating Systems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Presented by: ROHIT L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Register Number: 192511236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Department: AIDS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Institution: SIMATS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459"/>
            <a:ext cx="6603835" cy="113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5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a Cloud Operating System?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609585" y="1840309"/>
            <a:ext cx="6603835" cy="102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cloud operating system is a software environment that helps manage computing resources such as processing power, memory, storage, and networking across cloud infrastructure.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platforms are not necessarily operating systems themselves. They provide cloud infrastructure and management services that work alongside traditional operating systems.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951063"/>
            <a:ext cx="300228" cy="3002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313499"/>
            <a:ext cx="6603835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Manages computing resources.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647083"/>
            <a:ext cx="300228" cy="3002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4009519"/>
            <a:ext cx="6603835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Supports applications and services running in the cloud.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343102"/>
            <a:ext cx="300228" cy="3002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585" y="4705538"/>
            <a:ext cx="6603835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Enables remote access to computing resources.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5039122"/>
            <a:ext cx="300228" cy="3002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85" y="5401558"/>
            <a:ext cx="6603835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Helps allocate resources based on demand.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5735141"/>
            <a:ext cx="300228" cy="30023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9585" y="6097577"/>
            <a:ext cx="6603835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Supports scalability and centralized management.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8280193" y="0"/>
            <a:ext cx="3911502" cy="6248400"/>
          </a:xfrm>
          <a:prstGeom prst="rect">
            <a:avLst/>
          </a:prstGeom>
          <a:solidFill>
            <a:srgbClr val="F0EDE9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9778" y="609600"/>
            <a:ext cx="2692333" cy="47081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889778" y="5361451"/>
            <a:ext cx="2692333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Real-world examples: Google Cloud, Microsoft Azure, Amazon Web Services (AWS).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8" name="Shape 10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1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87" y="881575"/>
            <a:ext cx="11175720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Cloud Computing Works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07987" y="1654770"/>
            <a:ext cx="1117572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computing allows users to access computing resources over a network instead of relying entirely on their local computers.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2214166"/>
            <a:ext cx="444489" cy="44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987" y="2795463"/>
            <a:ext cx="362357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user accesses a cloud application through a browser or client.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60" y="2214166"/>
            <a:ext cx="444489" cy="444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83960" y="2795463"/>
            <a:ext cx="3623676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request travels through the internet.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032" y="2214166"/>
            <a:ext cx="444489" cy="4445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60032" y="2795463"/>
            <a:ext cx="3623676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servers process the request.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87" y="3647182"/>
            <a:ext cx="444489" cy="4445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7987" y="4228479"/>
            <a:ext cx="551166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required data or service is retrieved.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046" y="3647182"/>
            <a:ext cx="444489" cy="4445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72046" y="4228479"/>
            <a:ext cx="551166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result is returned to the user.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507987" y="4532313"/>
            <a:ext cx="1168370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B050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Diagram: User Device → Internet → Cloud Servers → Database/Storage → Response to User.</a:t>
            </a:r>
            <a:endParaRPr lang="en-US" sz="1050" dirty="0"/>
          </a:p>
        </p:txBody>
      </p:sp>
      <p:sp>
        <p:nvSpPr>
          <p:cNvPr id="16" name="Text 8"/>
          <p:cNvSpPr/>
          <p:nvPr/>
        </p:nvSpPr>
        <p:spPr>
          <a:xfrm>
            <a:off x="507987" y="4791670"/>
            <a:ext cx="551166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Client: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Laptop, smartphone, or desktop.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Network: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Connects the user to cloud infrastructure.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Servers: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Provide computing power and memory.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172046" y="4791670"/>
            <a:ext cx="5511662" cy="1598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Storage: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Stores files, databases, and application data.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Management software: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Allocates resources and monitors workloads.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Example: When a user opens Google Drive, files are accessed from cloud infrastructure rather than only from the device's local storage.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9" name="Shape 11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Text 12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 / 10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45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OS-Level Virtualization?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416645"/>
            <a:ext cx="10972526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OS-level virtualization is a technique in which a single operating system kernel creates multiple isolated environments called containers. Each container can run its own application and required libraries while sharing the host operating system's kernel.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3660676"/>
            <a:ext cx="5912992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host operating system provides the kernel.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container engine creates and manages containers.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container runs its own application processes.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Isolation helps separate applications from one another.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Containers can use CPU, memory, and storage limits.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5124252"/>
            <a:ext cx="5912992" cy="108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Popular technologies: Docker, Podman, Linux Containers (LXC).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Example: An organization can run a website, an API, and a background processing service in separate containers on one server.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36855" y="3051076"/>
            <a:ext cx="4754840" cy="3766641"/>
          </a:xfrm>
          <a:prstGeom prst="rect">
            <a:avLst/>
          </a:prstGeom>
          <a:solidFill>
            <a:srgbClr val="F0EDE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39" y="3660676"/>
            <a:ext cx="3535671" cy="254744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450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of OS-Level Virtualization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410817"/>
            <a:ext cx="6309262" cy="205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Physical Hardware: CPU, RAM, storage, and network interfaces.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Host Operating System: Manages the hardware and provides the kernel.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 Runtime: Creates, starts, stops, and manages containers.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Containers: Isolated environments containing applications and dependencies.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Applications: Web servers, APIs, databases, and background services.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75936" y="2182217"/>
            <a:ext cx="4206174" cy="3251696"/>
          </a:xfrm>
          <a:prstGeom prst="rect">
            <a:avLst/>
          </a:prstGeom>
          <a:solidFill>
            <a:srgbClr val="F0ED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530" y="2410817"/>
            <a:ext cx="3301917" cy="965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04530" y="3455392"/>
            <a:ext cx="3748986" cy="1749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Namespaces:</a:t>
            </a: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Separate process IDs, network interfaces, mounts, and other resources.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Control groups (cgroups):</a:t>
            </a: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Account for and limit resource usage.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Capabilities and security controls:</a:t>
            </a: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Restrict what processes can do.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555773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Applications can be deployed consistently while using fewer resources than many separate virtual machines.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45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Containers vs Virtual Machines</a:t>
            </a:r>
            <a:endParaRPr lang="en-US" sz="4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45245"/>
          <a:ext cx="8046439" cy="3432686"/>
        </p:xfrm>
        <a:graphic>
          <a:graphicData uri="http://schemas.openxmlformats.org/drawingml/2006/table">
            <a:tbl>
              <a:tblPr/>
              <a:tblGrid>
                <a:gridCol w="1770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Containers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Virtual Machines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Operating system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Share the host kernel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Each VM runs its own guest OS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Resource usage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Usually lower overhead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Usually higher overhead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Startup time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Generally seconds or less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Often longer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Isolation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Process-level isolation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Separate virtual hardware and guest OS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Portability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Portable with compatible container runtime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Portable with compatible hypervisor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Best suited for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Microservices and application deployment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Different operating systems and stronger workload separation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157391"/>
            <a:ext cx="8046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developer may use containers to deploy multiple web services efficiently, while a company may use virtual machines to run separate Linux and Windows environments on the same physical server.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56024" y="1416645"/>
            <a:ext cx="2926086" cy="4689376"/>
          </a:xfrm>
          <a:prstGeom prst="rect">
            <a:avLst/>
          </a:prstGeom>
          <a:solidFill>
            <a:srgbClr val="F0ED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618" y="1645245"/>
            <a:ext cx="2468898" cy="3455095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8884618" y="5157490"/>
            <a:ext cx="2468898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Containers virtualize the operating system environment, whereas virtual machines virtualize hardware and run separate guest operating systems.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2302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Benefits and Limitations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1435497"/>
            <a:ext cx="5333867" cy="3820517"/>
          </a:xfrm>
          <a:prstGeom prst="rect">
            <a:avLst/>
          </a:prstGeom>
          <a:solidFill>
            <a:srgbClr val="F0EDE9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686615"/>
            <a:ext cx="487667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38179" y="2247602"/>
            <a:ext cx="4876678" cy="253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Efficient resource usage: Multiple applications can share one kernel.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 deployment: Containers can be started and replaced quickly.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Portability: Applications can move between compatible environments.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Scalability: More application instances can be created when demand increases.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Consistency: Dependencies can be packaged with applications.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435497"/>
            <a:ext cx="5333867" cy="3820517"/>
          </a:xfrm>
          <a:prstGeom prst="rect">
            <a:avLst/>
          </a:prstGeom>
          <a:solidFill>
            <a:srgbClr val="F9F4F0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686615"/>
            <a:ext cx="487667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76838" y="2247602"/>
            <a:ext cx="4876678" cy="277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Shared-kernel dependency: Containers generally cannot run a different kernel from the host directly.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Security concerns: A kernel vulnerability may affect multiple containers.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Resource contention: Applications can compete for CPU and memory.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Management complexity: Large deployments need monitoring and orchestration.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Persistent storage: Data must be managed carefully when containers are replaced.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5379839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Containers improve deployment efficiency, but security, monitoring, and resource management remain essential.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450"/>
            <a:ext cx="472428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Real-World Applications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087166"/>
            <a:ext cx="4724282" cy="373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Web Hosting: Run separate website components in individual containers.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Microservices: Deploy authentication, payments, notifications, and other services independently.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Continuous Integration and Deployment (CI/CD): Create consistent environments for testing and deploying software.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Platforms: Cloud providers use virtualization technologies to deliver scalable computing services. Container-based workloads may run on virtual machines or other managed infrastructure.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Development and Testing: Developers can reproduce application environments across different computers and servers.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7828" y="974491"/>
            <a:ext cx="472428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 scenario: Online Shopping Application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28" y="1616273"/>
            <a:ext cx="825479" cy="825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28" y="2568773"/>
            <a:ext cx="228594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 1: Product catalogue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1616273"/>
            <a:ext cx="825479" cy="825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96167" y="2568773"/>
            <a:ext cx="228594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 2: User authentication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28" y="3201194"/>
            <a:ext cx="825479" cy="825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7828" y="4153694"/>
            <a:ext cx="228594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 3: Payment service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167" y="3201194"/>
            <a:ext cx="825479" cy="825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96167" y="4153694"/>
            <a:ext cx="228594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 4: Notification service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857828" y="4757539"/>
            <a:ext cx="472428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If traffic increases, additional instances of selected services can be deployed without duplicating the entire application.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5" name="Shape 9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45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Summary and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1416645"/>
            <a:ext cx="311142" cy="3111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159" y="1483320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784945"/>
            <a:ext cx="2514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computing provides computing resources over a network.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8914" y="1416645"/>
            <a:ext cx="311142" cy="3111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95488" y="1483320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8914" y="1784945"/>
            <a:ext cx="2514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platforms manage resources across large-scale infrastructure.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049687"/>
            <a:ext cx="311142" cy="3111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159" y="3116362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3417987"/>
            <a:ext cx="251453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OS-level virtualization creates isolated application environments that share a host kernel.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8914" y="3049687"/>
            <a:ext cx="311142" cy="3111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5488" y="3116362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8914" y="3417987"/>
            <a:ext cx="2514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Containers generally use fewer resources than full virtual machines.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5" y="4682927"/>
            <a:ext cx="311142" cy="3111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159" y="4749602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585" y="5051227"/>
            <a:ext cx="251453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Containers support portability, rapid deployment, and scalable application architectures.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8914" y="4682927"/>
            <a:ext cx="311142" cy="3111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5488" y="4749602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8914" y="5051227"/>
            <a:ext cx="251453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Security, monitoring, and resource limits are necessary for reliable deployment.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48244" y="1416645"/>
            <a:ext cx="533386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Cloud infrastructure provides the resources, while OS-level virtualization helps package, isolate, and deploy applications efficiently on those resources.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8244" y="2260501"/>
            <a:ext cx="5333867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48244" y="2403376"/>
            <a:ext cx="533386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 might a company choose containers instead of running every application in a separate virtual machine?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44593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617788"/>
            <a:ext cx="10972526" cy="1819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Abraham Silberschatz, Peter B. Galvin, and Greg Gagne, Operating System Concepts, Wiley.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Docker Documentation — What is a Container? </a:t>
            </a:r>
            <a:r>
              <a:rPr lang="en-US" sz="1400" b="1" u="sng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https://docs.docker.com/get-started/docker-concepts/the-basics/what-is-a-container/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Linux Kernel Documentation — Control Group v2 </a:t>
            </a:r>
            <a:r>
              <a:rPr lang="en-US" sz="1400" b="1" u="sng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https://docs.kernel.org/admin-guide/cgroup-v2.html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Linux Kernel Documentation — Namespaces </a:t>
            </a:r>
            <a:r>
              <a:rPr lang="en-US" sz="1400" b="1" u="sng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https://man7.org/linux/man-pages/man7/namespaces.7.html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Microsoft Azure — What is Cloud Computing? </a:t>
            </a:r>
            <a:r>
              <a:rPr lang="en-US" sz="1400" b="1" u="sng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https://azure.microsoft.com/en-us/resources/cloud-computing-dictionary/what-is-cloud-computing/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1216</Words>
  <Application>Microsoft Office PowerPoint</Application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Inconsolata Bold</vt:lpstr>
      <vt:lpstr>Arial</vt:lpstr>
      <vt:lpstr>Montserrat Bold</vt:lpstr>
      <vt:lpstr>Inconsolata SemiBold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Rohit L</cp:lastModifiedBy>
  <cp:revision>2</cp:revision>
  <dcterms:created xsi:type="dcterms:W3CDTF">2026-10-16T06:52:53Z</dcterms:created>
  <dcterms:modified xsi:type="dcterms:W3CDTF">2026-10-16T07:48:38Z</dcterms:modified>
</cp:coreProperties>
</file>